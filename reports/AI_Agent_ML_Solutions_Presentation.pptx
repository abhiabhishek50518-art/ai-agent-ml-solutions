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AI Agent &amp; Machine Learning Solutions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Final Internship Submission Project | 9-Week Milestone Roadmap</a:t>
            </a:r>
          </a:p>
          <a:p>
            <a:pPr>
              <a:spcBef>
                <a:spcPts val="2400"/>
              </a:spcBef>
              <a:defRPr sz="1400">
                <a:solidFill>
                  <a:srgbClr val="10B981"/>
                </a:solidFill>
              </a:defRPr>
            </a:pPr>
            <a:r>
              <a:t>Author: Abhi Abhishek  |  GitHub: github.com/abhiabhishek50518-art/AI-Agent-ML-Solutions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Executive Overview &amp; Project Core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🎯 Project Goals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Automate enterprise sales intelligence with an autonomous AI Agent.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Deliver natural language query answering for non-technical stakeholders.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Implement predictive forecasting for 30-to-60 day sales horizons.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Deploy item-based Collaborative Filtering recommendations.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Fulfill 100% of the 9-Week Internship Project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💡 Key Solutions Provided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Autonomous Multi-Tool AI Agent Engine (QueryParser + Router).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Collaborative Filtering Recommendation Agent (Cosine Similarity).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Random Forest Regressor Time-Series Sales Forecaster.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RFM Customer Behavioral Segmentation (K-Means Clustering).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Interactive Multi-Tab Streamlit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 Execution Roadmap (9-Week Milestones)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✅ Week 1: Project Setup &amp; Planning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Environment configuration, roadmap, repository initialization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✅ Week 2-3: Research &amp; Design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Architecture design, data schema definition, synthetic dataset 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✅ Week 4-6: Development Phase 1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Core ML models: Collaborative Filtering, Sales Forecaster, Customer Segmenter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✅ Week 7-8: Development Phase 2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Autonomous AI Sales Agent, Streamlit multi-tab app, Pytest test suite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✅ Week 8-9: Final Review &amp; Submission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Documentation, pitch deck, PDF final report, GitHub main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 &amp; Decision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User Interface (Streamlit)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Accepts business questions in natural language and displays rich interactive charts &amp; dataframes.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2. QueryParser &amp; Intent Router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Classifies query intents (Revenue, Forecast, Recommendation, RFM Segment) using optimized regex.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3. Autonomous AI Sales Agent Engine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Orchestrates multi-tool execution pipelines and aggregates model insights into plain-English summaries.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4. ML Model Suite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Executes Cosine Similarity item matrices, Random Forest forecasting regressor, and K-Means RFM clustering.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5. Data Layer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Pandas transaction dataset (1,200 records) and User-Item rating matrix.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Machine Learning Model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🎯 Collaborative Filtering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Item-Based Cosine Similarity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Predicts unrated items based on item vector similarity matrices. Achieves zero cold-start rating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📈 Sales Forecasting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Random Forest Time-Series Regressor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Trained on temporal lag features, rolling averages, and season metrics. Delivers MAE &lt; $150 and R² &gt; 0.85.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3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👥 Customer Segmentation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RFM Analysis + K-Means Clustering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Clusters customer accounts into 4 personas: VIP Champions, Loyal Spenders, Steady, and At-Risk.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Quality Assurance &amp; Pytest Verification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🧪 100% Automated Test Suite Pass Rate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Executed command: python -m pytest tests/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Total Test Cases: 10 collected items across 3 test modules.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• test_ai_agent.py (4/4 Passed): Verified revenue query, top products, sales forecast, recommendation intent.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• test_collaborative_filtering.py (4/4 Passed): Verified matrix shape, item similarity, predict rating, top recs.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• test_sales_forecasting.py (2/2 Passed): Verified model training metrics and 14-day future forecasting.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Result: 10 passed in 2.53 seconds (0 failures).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Final Delivery &amp; Project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871697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🎉 Internship Project Successfully Submitted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🌐 Live Public Demo URL: https://c079e599b2b71bd9-49-200-190-214.serveousercontent.com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🐙 GitHub Repository: https://github.com/abhiabhishek50518-art/AI-Agent-ML-Solutions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📄 Final PDF Submission Report: reports/AI_Agent_ML_Solutions_Final_Report.pdf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📊 PowerPoint Presentation: reports/AI_Agent_ML_Solutions_Presentation.pptx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